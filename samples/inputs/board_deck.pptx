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the board. The pilot finished its second quarter on schedule.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South is the only region that shrank: seven sensors failed after the June storms.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out that East grew fastest. Ask the board to approve the Q3 budget.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Board Update: Q2 2026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Community water sensor pilot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Sensor rollout by region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645920"/>
          <a:ext cx="73152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548640">
                <a:tc>
                  <a:txBody>
                    <a:bodyPr/>
                    <a:lstStyle/>
                    <a:p>
                      <a:r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Q1 sensors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Q2 sensors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North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150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South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88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East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130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162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West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97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Growth by region</a:t>
            </a:r>
          </a:p>
        </p:txBody>
      </p:sp>
      <p:pic>
        <p:nvPicPr>
          <p:cNvPr id="3" name="Picture 2" descr="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0"/>
            <a:ext cx="6949440" cy="430865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